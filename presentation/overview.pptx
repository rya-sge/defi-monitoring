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1434019-518F-492B-ADBD-199C4762ED7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Sources: README.md, docs/analysis/ARCHITECTURE.md, docs/hackaton_instruction/GOAL.md, CLAUDE.md. riskdep is a Python CLI (python3 -m riskdep) with an HTTP API and a React web UI.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The brief's worked trade-off: a book in ten 10 % pockets, one is hit, unwinding costs 11 %: exiting is certain and costly, staying is cheap and uncertain.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analyze estimates a risk; the two watch modes detect events; graph draws dependencies; shock propagates a failure through them. All read the same sources through the same modules.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Steps 1–4 answer 'how much and should I leave'; step 5 answers 'when' in real time. The fork demo plays all five on a real vault.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graph.py, siblings.py, oracle_class.py, admin.py. The chain decides, the APIs find: the Morpho API lists positions and vaults, every amount is then read on-chain. Example: graph --vault 0xE018…1965 --replay (RockawayX USDC Yield).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engine.py (pure) with rules in registry.json (engine) or a --rules file; simulate.py and propagate.py. Probabilities: exploit priors from DefiLlama's hack record by size band, category and age; market events from registry.json; see the probabilities deck.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Brief's example, examples/brief-ten-pockets.json, mGLOeuro -30 %, 11 % exit cost: 'Leaving Belem RWA EURCV costs 110,000 USD for sure, against 53,445 saved if the incident comes: stay.' f(x) vault, fxSAVE -30 %: EXIT, it pays above a 7.92 % probability over 30 days.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watch.py, rules.py, market_risk.py, drain.py, exit_queue.py, admin.py. What each alert means and what to do: docs/alert-runbook.md. Thresholds in registry.json (watch).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Trust model: the chain is authoritative; APIs only find things. A second RPC (dRPC) checks block hashes; the Morpho API is checked against the chain at 0.5 %. Endpoints and limits: docs/analysis/PROVIDERS.md.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riskdep backtest: reads the state 60 blocks before the real liquidations, applies the oracle's observed fall, compares with the 33 Liquidate events. Within 1 % where positions were fully liquidated. Not tested: the oracle's fall itself and the squeeze. The fork demo adds a second check: 251,761 predicted vs 252,914 observed.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Recordings live in fixtures/ (snapshot and replay), committed so tests and CI run offline. The fork demo: see presentation/fork-demo and scripts/fork/DEMO-EXPLAINED.md.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uv run uvicorn riskdep.api:app --reload (docs at /docs). web/: React single-page app, one page per mode; runs with mocks copied from real CLI output when no backend.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Code comments cite plan decisions (D21, D182…). The cached fetcher keys every request; offline runs use the snapshot date as now (clock.py).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Gaps and next steps: docs/analysis/GAP.md, docs/analysis/NEXT_STEP.md, docs/analysis/ROCK-VAULT-DEP.md §9–§11.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B600EC-94C3-489C-8AEB-FCB091A99D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A09CB-1E45-4FE6-8874-D1295986CF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EE4724-4CE4-40EA-9EA7-B00C7B9FC7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E78AFC-DAD6-41B1-AE21-3A3C1CC50E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BB58CD-DAB8-46E8-BC68-2C407D37CD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8E5FCB-B2C4-4954-B369-656994EEE5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E89949-EFC1-4C89-90E6-9F11253818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32E309-5A1C-47B4-ABFD-9DB0D84114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12F46B-4E63-4511-B557-963C324E51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F65845-E7D2-46BB-A9D4-4AF51B918B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B16478-4A54-4186-8EB8-37D7DF6417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DCE8D2-B9B0-412C-A993-883E954120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8BB0724-2A76-4369-98FD-7E0637D3EF5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riskdep: DeFi risk dependencies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How the project works · DeFi Risk Dependency Challenge, Belem Capital, EPFL Hackathon 2026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question we answer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dependency of a position is hit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How much is lost?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How fast does it land?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Stay or exit, given what exiting costs?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Judged on: discovery 30 %, impact 30 %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decision usefulness 25 %, working demo on real data 15 %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Five modes, one command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52" name="Table2"/>
          <p:cNvGraphicFramePr/>
          <p:nvPr/>
        </p:nvGraphicFramePr>
        <p:xfrm>
          <a:off x="504000" y="1296000"/>
          <a:ext cx="9071640" cy="352800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Mode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For whom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What it gives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graph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anyone reviewing a position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dependency graph, siblings, oracle classes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shock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vault owner, risk analyst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what each market and depositor loses when a node fails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analyze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risk or portfolio manager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loss, timing and STAY / REDUCE / EXIT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watch --vault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 Vault V2 depositor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alerts, block by block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34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watch --user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an address with Morpho positions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health, liquidation, rate alerts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pipeline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Discover: from one address to everything it depends on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Price the risk: probabilities per layer, or a known incident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Propagate: the shock engine, market by market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Decide: verdict given the incident, breakeven p*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Watch: detect it live, alert the depositor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1. Dependency discovery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Vault → adapters → Morpho Blue markets → oracles → feeds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Who controls each contract: proxy admins, owners, timelocks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Issuers and their backing (registry, Pharos)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Sibling markets sharing a collateral, asset or price input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Oracle class: price-tracking or constant-price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2–3. Impact: two engines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8" name="Left5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1f4e79"/>
                </a:solidFill>
                <a:latin typeface="Arial"/>
              </a:rPr>
              <a:t>Shock engine (shock, analyze --vault)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A failure on a node of the graph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Each market re-evaluates every borrower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Edge rules carry it to the next node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Repeated to a fixed point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9" name="Right5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1f4e79"/>
                </a:solidFill>
                <a:latin typeface="Arial"/>
              </a:rPr>
              <a:t>Monte Carlo (analyze, PT positions)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A probability per layer, per year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20,000 simulated months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True value vs oracle value</a:t>
            </a:r>
            <a:endParaRPr b="0" lang="en-US" sz="2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Expected loss, CVaR 99 %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4. Decision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Verdict given the incident: EXIT or STAY, and why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Breakeven p*: how likely must it be for leaving to pay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Cost of leaving (yield given up, or an exit cost) ÷ loss saved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book of vaults: act first on the lowest p*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Outside view: Nexus cover prices, shown, never used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5. Monitoring: watch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Polls every block (12 s), 2 blocks behind the head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Alerts: info, warn, critical, in the terminal and JSON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Bad debt, oracle moves, liquidations, utilisation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Upgrades, owners, feeds, timelock queues, mints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Cursor saved last: a restart misses no block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Cross-checks: a second RPC, the API against the chain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Data sources, all public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65" name="Table8"/>
          <p:cNvGraphicFramePr/>
          <p:nvPr/>
        </p:nvGraphicFramePr>
        <p:xfrm>
          <a:off x="504000" y="1296000"/>
          <a:ext cx="9071640" cy="3023640"/>
        </p:xfrm>
        <a:graphic>
          <a:graphicData uri="http://schemas.openxmlformats.org/drawingml/2006/table">
            <a:tbl>
              <a:tblPr/>
              <a:tblGrid>
                <a:gridCol w="4536000"/>
                <a:gridCol w="4536000"/>
              </a:tblGrid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Source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Used for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Ethereum RPC (publicnode)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all on-chain state, blocks, logs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Morpho API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finding positions, borrowers, vault roles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Pendle API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PT markets, implied yield, exit quotes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DefiLlama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hack record, protocols, token prices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Nexus, Pharos (optional)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outside prices, issuer grades, backing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Etherscan (optional key)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 source verification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Is the number defensible?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67" name="Table9"/>
          <p:cNvGraphicFramePr/>
          <p:nvPr/>
        </p:nvGraphicFramePr>
        <p:xfrm>
          <a:off x="504000" y="1296000"/>
          <a:ext cx="9071640" cy="259128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PT-reUSD, 2026-08-25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Predicted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Real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 fall (USDC market)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-2.45 % (input: observed)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-2.45 %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Positions liquidated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13, same borrowers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Debt liquidatable / repaid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35.46M USDC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35.19M USDC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16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Liquidation incentive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927,975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920,781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344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Bad debt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Demos on real data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Offline, from mainnet recordings: no network, no key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graph, analyze --vault, analyze --book, watch --replay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Crisis on a mainnet fork: scripts/fork/demo.sh --short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22222"/>
                </a:solidFill>
                <a:latin typeface="Arial"/>
              </a:rPr>
              <a:t>Issuer markdown, timelocked upgrade, bad debt, in 2 min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Sponsor's vault (Belem RWA EURCV) and its curator's book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Interfaces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1" name="Left11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Command line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python3 -m riskdep &lt;mode&gt;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HTML report and graph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JSON for every output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2" name="Right11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API and web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HTTP API (uvicorn, OpenAPI)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React UI: vault, market, graph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22222"/>
                </a:solidFill>
                <a:latin typeface="Arial"/>
              </a:rPr>
              <a:t>Impact and alert pages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How it is built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Design first: plans in plan/, numbered decisions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Pure rules and engine, I/O at the edges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No literal thresholds: registry.json, each with a basis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One cached fetcher, one clock: any live run can be a test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288 tests, all offline; ruff in pre-commit and CI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Limits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Ethereum only; Solana, Base and other chains not read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Probabilities are base rates, layers mostly independent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analyze covers Pendle PT collateral on Morpho Blue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Free RPC: short state window, no backfill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Issuer data (NAV, reserves) taken as published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2026-10-11T04:32:06Z</dcterms:created>
  <dc:creator/>
  <dc:description/>
  <dc:language>en-US</dc:language>
  <cp:lastModifiedBy/>
  <dcterms:modified xsi:type="dcterms:W3CDTF">2026-10-11T04:32:08Z</dcterms:modified>
  <cp:revision>1</cp:revision>
  <dc:subject/>
  <dc:title/>
</cp:coreProperties>
</file>