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F9878376-8D23-41B5-84EE-C0E2FB564FD6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Demo: scripts/demo-rock/demo-rock.sh (README next to it). Vaults and dependencies: docs/analysis/ROCK-VAULT.md. Run of scripts/demo-rock/demo-rock.sh on a fork at block 26,165,572, 2026-10-11; alerts from out/demo-rock/watch-*.jsonl.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The challenge brief (Belem Capital): identify a position's dependencies, estimate the impact when one fails, and help decide stay or exit despite execution costs.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Tori Ecosystem: 13.6M USDC, 69 % of it lent against strUSD (ROCK-VAULT.md, demo prediction). The 2-of-3 Safe owns RedStone's ProxyAdmin (scripts/fork/addresses.env, alt-redstone.sh).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Fork at block 26,165,572 (anvil). Two watches: RockawayX Tori Ecosystem and Huma USDC Main. notify posts alerts at warn and above; start-up findings stay in the terminal.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Levels: docs/alert-runbook.md (critical: money is being lost now, or can be lost in the next block; warn: the risk changed, a decision may be needed).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Command: analyze --book examples/rockawayx-ethereum.json --shock token=strUSD:0.32. Same −32 % as act 2 causes, so the forecast comes before the event.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alt-redstone.sh: oracle 1.0300 → 0.7001. UnrealisedBadDebt: 1,902,392 USDC, the vault's share 1,236,933 (9.09 % of the vault).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All six at block 26,165,574, the block after the upgrade. On Telegram: one summary (bad debt, exit queue, oracle move), the upgrade, and a second summary (divergence, impact).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Depositor followed: the vault's largest, 0xddcd…cdd1, 4,994,682 USDC (36.7 %). Figures from the OracleImpact alert. Leaving first moves part of the loss onto those who stay: that is why speed matters.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In the demo nothing is hacked: the fork is local. On-chain the three cases look identical; riskdep flags any upgrade, and the runbook says to check whether the new code is verified and announced, and to de-lever or exit until it is explained.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alt-pst-mint.sh 15000000: supply 213.9M → 228.9M PST. Admin.Mint is critical above 5 % of the supply in one transaction (watch.mint_share_critical); 10M (4.7 %) would stay silent.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riskdep notify: only alerts at warn and above, no heartbeat; standing findings once per 1800 blocks; criticals with sound.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Run it: scripts/demo-rock/demo-rock.sh --manual (or PAUSE=10 for a slower pace; --no-telegram to rehearse).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AE7A70-8C4E-43D3-9A37-73596BBA1C3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00820A-0BCA-49AD-828A-EAE71019F8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ECA115-47A0-4E15-903D-989B10ACD4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F821EE-9A22-4F88-B0B2-3ABF196A3C5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C434E7-5645-4093-B684-8044E5755D7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15A490-3C7E-4680-AF4D-4562E1ACC4C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DF691C-B9D4-497A-B463-5ECA9181864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DDBD79-000B-4038-ABCF-E6DE7C0DF63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A43CD8-45A9-4260-B512-F2A70E5373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CBB2FB-9C27-44E7-9327-185868D747D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0F5DD1-7169-4B3A-B984-09E293E86F4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D04C2C-66A6-43F2-9863-22C0870F9D4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A52E590E-7227-4D93-82D2-3C4DE235C8AE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RockawayX vaults under attack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riskdep on a mainnet fork, step by step · alerts on Telegram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The question we answer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One deposit hides a chain of other contracts and people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If one link breaks: how much do I lose, and how fast?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Leaving costs something for sure; staying may cost more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riskdep finds the chain, watches it, and says stay or exit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What a deposit really depends on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52" name="Image2" descr="dependencies"/>
          <p:cNvPicPr/>
          <p:nvPr/>
        </p:nvPicPr>
        <p:blipFill>
          <a:blip r:embed="rId1"/>
          <a:stretch/>
        </p:blipFill>
        <p:spPr>
          <a:xfrm>
            <a:off x="540000" y="1224000"/>
            <a:ext cx="9000000" cy="1882800"/>
          </a:xfrm>
          <a:prstGeom prst="rect">
            <a:avLst/>
          </a:prstGeom>
          <a:ln w="0">
            <a:noFill/>
          </a:ln>
        </p:spPr>
      </p:pic>
      <p:sp>
        <p:nvSpPr>
          <p:cNvPr id="53" name="Caption2"/>
          <p:cNvSpPr txBox="1"/>
          <p:nvPr/>
        </p:nvSpPr>
        <p:spPr>
          <a:xfrm>
            <a:off x="576000" y="3214800"/>
            <a:ext cx="9000000" cy="2329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200" spc="-1" strike="noStrike">
                <a:solidFill>
                  <a:srgbClr val="222222"/>
                </a:solidFill>
                <a:latin typeface="Arial"/>
              </a:rPr>
              <a:t>• </a:t>
            </a:r>
            <a:r>
              <a:rPr b="0" lang="en-US" sz="2200" spc="-1" strike="noStrike">
                <a:solidFill>
                  <a:srgbClr val="222222"/>
                </a:solidFill>
                <a:latin typeface="Arial"/>
              </a:rPr>
              <a:t>Your USDC goes into the vault, which lends it to borrowers who post strUSD</a:t>
            </a:r>
            <a:endParaRPr b="0" lang="en-US" sz="2200" spc="-1" strike="noStrike">
              <a:latin typeface="Arial"/>
            </a:endParaRPr>
          </a:p>
          <a:p>
            <a:r>
              <a:rPr b="0" lang="en-US" sz="2200" spc="-1" strike="noStrike">
                <a:solidFill>
                  <a:srgbClr val="222222"/>
                </a:solidFill>
                <a:latin typeface="Arial"/>
              </a:rPr>
              <a:t>• </a:t>
            </a:r>
            <a:r>
              <a:rPr b="0" lang="en-US" sz="2200" spc="-1" strike="noStrike">
                <a:solidFill>
                  <a:srgbClr val="222222"/>
                </a:solidFill>
                <a:latin typeface="Arial"/>
              </a:rPr>
              <a:t>Those loans are safe only while the oracle prices strUSD correctly</a:t>
            </a:r>
            <a:endParaRPr b="0" lang="en-US" sz="2200" spc="-1" strike="noStrike">
              <a:latin typeface="Arial"/>
            </a:endParaRPr>
          </a:p>
          <a:p>
            <a:r>
              <a:rPr b="0" lang="en-US" sz="2200" spc="-1" strike="noStrike">
                <a:solidFill>
                  <a:srgbClr val="222222"/>
                </a:solidFill>
                <a:latin typeface="Arial"/>
              </a:rPr>
              <a:t>• </a:t>
            </a:r>
            <a:r>
              <a:rPr b="0" lang="en-US" sz="2200" spc="-1" strike="noStrike">
                <a:solidFill>
                  <a:srgbClr val="222222"/>
                </a:solidFill>
                <a:latin typeface="Arial"/>
              </a:rPr>
              <a:t>The oracle reads a RedStone feed whose code can be replaced</a:t>
            </a:r>
            <a:endParaRPr b="0" lang="en-US" sz="2200" spc="-1" strike="noStrike">
              <a:latin typeface="Arial"/>
            </a:endParaRPr>
          </a:p>
          <a:p>
            <a:r>
              <a:rPr b="0" lang="en-US" sz="2200" spc="-1" strike="noStrike">
                <a:solidFill>
                  <a:srgbClr val="222222"/>
                </a:solidFill>
                <a:latin typeface="Arial"/>
              </a:rPr>
              <a:t>• </a:t>
            </a:r>
            <a:r>
              <a:rPr b="0" lang="en-US" sz="2200" spc="-1" strike="noStrike">
                <a:solidFill>
                  <a:srgbClr val="222222"/>
                </a:solidFill>
                <a:latin typeface="Arial"/>
              </a:rPr>
              <a:t>Two signatures out of three are enough to do it, with no delay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How the demo works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55" name="Image3" descr="setup"/>
          <p:cNvPicPr/>
          <p:nvPr/>
        </p:nvPicPr>
        <p:blipFill>
          <a:blip r:embed="rId1"/>
          <a:stretch/>
        </p:blipFill>
        <p:spPr>
          <a:xfrm>
            <a:off x="1710000" y="1224000"/>
            <a:ext cx="6660000" cy="2696400"/>
          </a:xfrm>
          <a:prstGeom prst="rect">
            <a:avLst/>
          </a:prstGeom>
          <a:ln w="0">
            <a:noFill/>
          </a:ln>
        </p:spPr>
      </p:pic>
      <p:sp>
        <p:nvSpPr>
          <p:cNvPr id="56" name="Caption3"/>
          <p:cNvSpPr txBox="1"/>
          <p:nvPr/>
        </p:nvSpPr>
        <p:spPr>
          <a:xfrm>
            <a:off x="576000" y="4028400"/>
            <a:ext cx="9000000" cy="1515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900" spc="-1" strike="noStrike">
                <a:solidFill>
                  <a:srgbClr val="222222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22222"/>
                </a:solidFill>
                <a:latin typeface="Arial"/>
              </a:rPr>
              <a:t>A fork is a private copy of Ethereum on the laptop</a:t>
            </a:r>
            <a:endParaRPr b="0" lang="en-US" sz="1900" spc="-1" strike="noStrike">
              <a:latin typeface="Arial"/>
            </a:endParaRPr>
          </a:p>
          <a:p>
            <a:r>
              <a:rPr b="0" lang="en-US" sz="1900" spc="-1" strike="noStrike">
                <a:solidFill>
                  <a:srgbClr val="222222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22222"/>
                </a:solidFill>
                <a:latin typeface="Arial"/>
              </a:rPr>
              <a:t>Scripts act as the real key holders: nothing real is touched</a:t>
            </a:r>
            <a:endParaRPr b="0" lang="en-US" sz="1900" spc="-1" strike="noStrike">
              <a:latin typeface="Arial"/>
            </a:endParaRPr>
          </a:p>
          <a:p>
            <a:r>
              <a:rPr b="0" lang="en-US" sz="1900" spc="-1" strike="noStrike">
                <a:solidFill>
                  <a:srgbClr val="222222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22222"/>
                </a:solidFill>
                <a:latin typeface="Arial"/>
              </a:rPr>
              <a:t>riskdep reads every new block, as it would on mainnet</a:t>
            </a:r>
            <a:endParaRPr b="0" lang="en-US" sz="1900" spc="-1" strike="noStrike">
              <a:latin typeface="Arial"/>
            </a:endParaRPr>
          </a:p>
          <a:p>
            <a:r>
              <a:rPr b="0" lang="en-US" sz="1900" spc="-1" strike="noStrike">
                <a:solidFill>
                  <a:srgbClr val="222222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22222"/>
                </a:solidFill>
                <a:latin typeface="Arial"/>
              </a:rPr>
              <a:t>Only real risks (warn and critical) reach Telegram</a:t>
            </a:r>
            <a:endParaRPr b="0" lang="en-US" sz="1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The words, in plain language</a:t>
            </a:r>
            <a:endParaRPr b="0" lang="en-US" sz="4400" spc="-1" strike="noStrike">
              <a:latin typeface="Arial"/>
            </a:endParaRPr>
          </a:p>
        </p:txBody>
      </p:sp>
      <p:graphicFrame>
        <p:nvGraphicFramePr>
          <p:cNvPr id="58" name="Table4"/>
          <p:cNvGraphicFramePr/>
          <p:nvPr/>
        </p:nvGraphicFramePr>
        <p:xfrm>
          <a:off x="504000" y="1296000"/>
          <a:ext cx="9071640" cy="3875040"/>
        </p:xfrm>
        <a:graphic>
          <a:graphicData uri="http://schemas.openxmlformats.org/drawingml/2006/table">
            <a:tbl>
              <a:tblPr/>
              <a:tblGrid>
                <a:gridCol w="4536000"/>
                <a:gridCol w="4536000"/>
              </a:tblGrid>
              <a:tr h="432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Word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What it means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2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Vault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A pool of deposits lent out by a curator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2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Oracle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The contract that tells the market what collateral is worth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2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Bad debt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A loan worth more than what backs it: someone loses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2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Multisig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A wallet that needs several signatures (here 2 of 3)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2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Fork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A private copy of the blockchain, for rehearsing a crisis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2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warn / critical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Something changed / money is being lost now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Act 1 · A forecast before the event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60" name="Left5"/>
          <p:cNvSpPr txBox="1"/>
          <p:nvPr/>
        </p:nvSpPr>
        <p:spPr>
          <a:xfrm>
            <a:off x="504000" y="1296000"/>
            <a:ext cx="4356000" cy="408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000" spc="-1" strike="noStrike">
                <a:solidFill>
                  <a:srgbClr val="1f4e79"/>
                </a:solidFill>
                <a:latin typeface="Arial"/>
              </a:rPr>
              <a:t>What we ask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22222"/>
                </a:solidFill>
                <a:latin typeface="Arial"/>
              </a:rPr>
              <a:t>What if strUSD lost 32 % of its value?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22222"/>
                </a:solidFill>
                <a:latin typeface="Arial"/>
              </a:rPr>
              <a:t>Computed from recorded vaults, offline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22222"/>
                </a:solidFill>
                <a:latin typeface="Arial"/>
              </a:rPr>
              <a:t>Before anything happens on the fork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61" name="Right5"/>
          <p:cNvSpPr txBox="1"/>
          <p:nvPr/>
        </p:nvSpPr>
        <p:spPr>
          <a:xfrm>
            <a:off x="5220000" y="1296000"/>
            <a:ext cx="4356000" cy="408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000" spc="-1" strike="noStrike">
                <a:solidFill>
                  <a:srgbClr val="1f4e79"/>
                </a:solidFill>
                <a:latin typeface="Arial"/>
              </a:rPr>
              <a:t>What riskdep answers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22222"/>
                </a:solidFill>
                <a:latin typeface="Arial"/>
              </a:rPr>
              <a:t>The book of 7 vaults loses 2.80M USD (2.8 %)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22222"/>
                </a:solidFill>
                <a:latin typeface="Arial"/>
              </a:rPr>
              <a:t>Tori: 1.83M (13.5 %) · USDC Yield: 0.97M (5.3 %)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22222"/>
                </a:solidFill>
                <a:latin typeface="Arial"/>
              </a:rPr>
              <a:t>Act first on Tori: leaving pays if the risk is above 4.9 % over 30 days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Act 2 · The price feed is rewritten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63" name="Image6" descr="act2-chain"/>
          <p:cNvPicPr/>
          <p:nvPr/>
        </p:nvPicPr>
        <p:blipFill>
          <a:blip r:embed="rId1"/>
          <a:stretch/>
        </p:blipFill>
        <p:spPr>
          <a:xfrm>
            <a:off x="900000" y="1224000"/>
            <a:ext cx="8280000" cy="1864800"/>
          </a:xfrm>
          <a:prstGeom prst="rect">
            <a:avLst/>
          </a:prstGeom>
          <a:ln w="0">
            <a:noFill/>
          </a:ln>
        </p:spPr>
      </p:pic>
      <p:sp>
        <p:nvSpPr>
          <p:cNvPr id="64" name="Caption6"/>
          <p:cNvSpPr txBox="1"/>
          <p:nvPr/>
        </p:nvSpPr>
        <p:spPr>
          <a:xfrm>
            <a:off x="576000" y="3196800"/>
            <a:ext cx="9000000" cy="234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200" spc="-1" strike="noStrike">
                <a:solidFill>
                  <a:srgbClr val="222222"/>
                </a:solidFill>
                <a:latin typeface="Arial"/>
              </a:rPr>
              <a:t>• </a:t>
            </a:r>
            <a:r>
              <a:rPr b="0" lang="en-US" sz="2200" spc="-1" strike="noStrike">
                <a:solidFill>
                  <a:srgbClr val="222222"/>
                </a:solidFill>
                <a:latin typeface="Arial"/>
              </a:rPr>
              <a:t>RedStone's multisig swaps the code of the strUSD price feed</a:t>
            </a:r>
            <a:endParaRPr b="0" lang="en-US" sz="2200" spc="-1" strike="noStrike">
              <a:latin typeface="Arial"/>
            </a:endParaRPr>
          </a:p>
          <a:p>
            <a:r>
              <a:rPr b="0" lang="en-US" sz="2200" spc="-1" strike="noStrike">
                <a:solidFill>
                  <a:srgbClr val="222222"/>
                </a:solidFill>
                <a:latin typeface="Arial"/>
              </a:rPr>
              <a:t>• </a:t>
            </a:r>
            <a:r>
              <a:rPr b="0" lang="en-US" sz="2200" spc="-1" strike="noStrike">
                <a:solidFill>
                  <a:srgbClr val="222222"/>
                </a:solidFill>
                <a:latin typeface="Arial"/>
              </a:rPr>
              <a:t>The new code says strUSD is worth 0.70 instead of 1.03</a:t>
            </a:r>
            <a:endParaRPr b="0" lang="en-US" sz="2200" spc="-1" strike="noStrike">
              <a:latin typeface="Arial"/>
            </a:endParaRPr>
          </a:p>
          <a:p>
            <a:r>
              <a:rPr b="0" lang="en-US" sz="2200" spc="-1" strike="noStrike">
                <a:solidFill>
                  <a:srgbClr val="222222"/>
                </a:solidFill>
                <a:latin typeface="Arial"/>
              </a:rPr>
              <a:t>• </a:t>
            </a:r>
            <a:r>
              <a:rPr b="0" lang="en-US" sz="2200" spc="-1" strike="noStrike">
                <a:solidFill>
                  <a:srgbClr val="222222"/>
                </a:solidFill>
                <a:latin typeface="Arial"/>
              </a:rPr>
              <a:t>Loans become bigger than their collateral: 1.90M USDC of bad debt</a:t>
            </a:r>
            <a:endParaRPr b="0" lang="en-US" sz="2200" spc="-1" strike="noStrike">
              <a:latin typeface="Arial"/>
            </a:endParaRPr>
          </a:p>
          <a:p>
            <a:r>
              <a:rPr b="0" lang="en-US" sz="2200" spc="-1" strike="noStrike">
                <a:solidFill>
                  <a:srgbClr val="222222"/>
                </a:solidFill>
                <a:latin typeface="Arial"/>
              </a:rPr>
              <a:t>• </a:t>
            </a:r>
            <a:r>
              <a:rPr b="0" lang="en-US" sz="2200" spc="-1" strike="noStrike">
                <a:solidFill>
                  <a:srgbClr val="222222"/>
                </a:solidFill>
                <a:latin typeface="Arial"/>
              </a:rPr>
              <a:t>Until it is written off, whoever stays in the vault carries it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Act 2 · What riskdep said</a:t>
            </a:r>
            <a:endParaRPr b="0" lang="en-US" sz="4400" spc="-1" strike="noStrike">
              <a:latin typeface="Arial"/>
            </a:endParaRPr>
          </a:p>
        </p:txBody>
      </p:sp>
      <p:graphicFrame>
        <p:nvGraphicFramePr>
          <p:cNvPr id="66" name="Table7"/>
          <p:cNvGraphicFramePr/>
          <p:nvPr/>
        </p:nvGraphicFramePr>
        <p:xfrm>
          <a:off x="504000" y="1296000"/>
          <a:ext cx="9071640" cy="4045320"/>
        </p:xfrm>
        <a:graphic>
          <a:graphicData uri="http://schemas.openxmlformats.org/drawingml/2006/table">
            <a:tbl>
              <a:tblPr/>
              <a:tblGrid>
                <a:gridCol w="3024000"/>
                <a:gridCol w="3024000"/>
                <a:gridCol w="3024000"/>
              </a:tblGrid>
              <a:tr h="432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Alert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Level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In plain words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2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Admin.Upgraded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critical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The code behind the price changed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2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Oracle moved −32 %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warn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The collateral lost a third of its value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2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UnrealisedBadDebt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critical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1.90M USDC of loans no longer covered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2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ExitQueue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critical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In a rush to the exit, this depositor gets stuck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2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OracleDivergence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warn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The oracle is 32 % below the market price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2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OracleImpact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critical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The loss, and the decision: EXIT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Act 2 · Stay or exit?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68" name="Left8"/>
          <p:cNvSpPr txBox="1"/>
          <p:nvPr/>
        </p:nvSpPr>
        <p:spPr>
          <a:xfrm>
            <a:off x="504000" y="1296000"/>
            <a:ext cx="4356000" cy="408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000" spc="-1" strike="noStrike">
                <a:solidFill>
                  <a:srgbClr val="1f4e79"/>
                </a:solidFill>
                <a:latin typeface="Arial"/>
              </a:rPr>
              <a:t>Stay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22222"/>
                </a:solidFill>
                <a:latin typeface="Arial"/>
              </a:rPr>
              <a:t>Loses 454,103 USDC: its share of the bad debt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22222"/>
                </a:solidFill>
                <a:latin typeface="Arial"/>
              </a:rPr>
              <a:t>Waits for the debt to be written off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69" name="Right8"/>
          <p:cNvSpPr txBox="1"/>
          <p:nvPr/>
        </p:nvSpPr>
        <p:spPr>
          <a:xfrm>
            <a:off x="5220000" y="1296000"/>
            <a:ext cx="4356000" cy="408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000" spc="-1" strike="noStrike">
                <a:solidFill>
                  <a:srgbClr val="1f4e79"/>
                </a:solidFill>
                <a:latin typeface="Arial"/>
              </a:rPr>
              <a:t>Exit now: riskdep's verdict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22222"/>
                </a:solidFill>
                <a:latin typeface="Arial"/>
              </a:rPr>
              <a:t>2,374,262 USDC can leave at full value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22222"/>
                </a:solidFill>
                <a:latin typeface="Arial"/>
              </a:rPr>
              <a:t>The loss falls to 293,378 USDC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22222"/>
                </a:solidFill>
                <a:latin typeface="Arial"/>
              </a:rPr>
              <a:t>2,620,422 USDC cannot leave yet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Is this a hack?</a:t>
            </a:r>
            <a:endParaRPr b="0" lang="en-US" sz="4400" spc="-1" strike="noStrike">
              <a:latin typeface="Arial"/>
            </a:endParaRPr>
          </a:p>
        </p:txBody>
      </p:sp>
      <p:graphicFrame>
        <p:nvGraphicFramePr>
          <p:cNvPr id="71" name="Table9"/>
          <p:cNvGraphicFramePr/>
          <p:nvPr/>
        </p:nvGraphicFramePr>
        <p:xfrm>
          <a:off x="504000" y="1296000"/>
          <a:ext cx="9071640" cy="2104200"/>
        </p:xfrm>
        <a:graphic>
          <a:graphicData uri="http://schemas.openxmlformats.org/drawingml/2006/table">
            <a:tbl>
              <a:tblPr/>
              <a:tblGrid>
                <a:gridCol w="3024000"/>
                <a:gridCol w="3024000"/>
                <a:gridCol w="3024000"/>
              </a:tblGrid>
              <a:tr h="450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Who sends the upgrade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What it is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Effect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50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Someone with 2 stolen keys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A hack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Price set by the attacker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50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The real signers, by mistake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A bad upgrade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Same damage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50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The real signers, announced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Maintenance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Nothing bad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Act 3 · Coins from nowhere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73" name="Image10" descr="act3-mint"/>
          <p:cNvPicPr/>
          <p:nvPr/>
        </p:nvPicPr>
        <p:blipFill>
          <a:blip r:embed="rId1"/>
          <a:stretch/>
        </p:blipFill>
        <p:spPr>
          <a:xfrm>
            <a:off x="1620000" y="1224000"/>
            <a:ext cx="6840000" cy="2624400"/>
          </a:xfrm>
          <a:prstGeom prst="rect">
            <a:avLst/>
          </a:prstGeom>
          <a:ln w="0">
            <a:noFill/>
          </a:ln>
        </p:spPr>
      </p:pic>
      <p:sp>
        <p:nvSpPr>
          <p:cNvPr id="74" name="Caption10"/>
          <p:cNvSpPr txBox="1"/>
          <p:nvPr/>
        </p:nvSpPr>
        <p:spPr>
          <a:xfrm>
            <a:off x="576000" y="3956400"/>
            <a:ext cx="9000000" cy="1587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900" spc="-1" strike="noStrike">
                <a:solidFill>
                  <a:srgbClr val="222222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22222"/>
                </a:solidFill>
                <a:latin typeface="Arial"/>
              </a:rPr>
              <a:t>The bridge pool creates 15M PST, +7 % of the supply</a:t>
            </a:r>
            <a:endParaRPr b="0" lang="en-US" sz="1900" spc="-1" strike="noStrike">
              <a:latin typeface="Arial"/>
            </a:endParaRPr>
          </a:p>
          <a:p>
            <a:r>
              <a:rPr b="0" lang="en-US" sz="1900" spc="-1" strike="noStrike">
                <a:solidFill>
                  <a:srgbClr val="222222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22222"/>
                </a:solidFill>
                <a:latin typeface="Arial"/>
              </a:rPr>
              <a:t>Nothing backs these new coins</a:t>
            </a:r>
            <a:endParaRPr b="0" lang="en-US" sz="1900" spc="-1" strike="noStrike">
              <a:latin typeface="Arial"/>
            </a:endParaRPr>
          </a:p>
          <a:p>
            <a:r>
              <a:rPr b="0" lang="en-US" sz="1900" spc="-1" strike="noStrike">
                <a:solidFill>
                  <a:srgbClr val="222222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22222"/>
                </a:solidFill>
                <a:latin typeface="Arial"/>
              </a:rPr>
              <a:t>The oracle reads a rate, not the supply: it still says 1.138</a:t>
            </a:r>
            <a:endParaRPr b="0" lang="en-US" sz="1900" spc="-1" strike="noStrike">
              <a:latin typeface="Arial"/>
            </a:endParaRPr>
          </a:p>
          <a:p>
            <a:r>
              <a:rPr b="0" lang="en-US" sz="1900" spc="-1" strike="noStrike">
                <a:solidFill>
                  <a:srgbClr val="222222"/>
                </a:solidFill>
                <a:latin typeface="Arial"/>
              </a:rPr>
              <a:t>• </a:t>
            </a:r>
            <a:r>
              <a:rPr b="0" lang="en-US" sz="1900" spc="-1" strike="noStrike">
                <a:solidFill>
                  <a:srgbClr val="222222"/>
                </a:solidFill>
                <a:latin typeface="Arial"/>
              </a:rPr>
              <a:t>riskdep flags the mint itself, in the same block</a:t>
            </a:r>
            <a:endParaRPr b="0" lang="en-US" sz="1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Reading a Telegram alert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Red (critical) rings the phone; orange (warn) arrives silently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First line: the level and the vault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Then what happened, the amounts, the block and a runbook link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Alerts of one block can arrive as one short summary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On the fork, the Etherscan link finds nothing: the transaction is local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solidFill>
                  <a:srgbClr val="1f4e79"/>
                </a:solidFill>
                <a:latin typeface="Arial"/>
              </a:rPr>
              <a:t>What to remember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A position depends on people and code you never see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riskdep names them, watches them and prices the damage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Each alert says what happened, what it costs and what to do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It cannot tell a hack from an upgrade: it flags both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222222"/>
                </a:solidFill>
                <a:latin typeface="Arial"/>
              </a:rPr>
              <a:t>Limits: a simulated crisis, prices read block by block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2026-10-11T04:53:31Z</dcterms:created>
  <dc:creator/>
  <dc:description/>
  <dc:language>en-US</dc:language>
  <cp:lastModifiedBy/>
  <dcterms:modified xsi:type="dcterms:W3CDTF">2026-10-11T04:53:33Z</dcterms:modified>
  <cp:revision>1</cp:revision>
  <dc:subject/>
  <dc:title/>
</cp:coreProperties>
</file>