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21D35BC-A920-4498-B637-A70EB9D8B07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Sources: docs/how-risk-is-computed.md; riskdep/priors.py, simulate.py, decide.py, vault_incident.py (breakeven), nexus.py (implied); riskdep/registry.json (frequency, oracle, issuers, nexus). Demo figures: the offline analyze demo, PT-sUSDE-26NOV2026 / USDC on Morpho Blue, data of 2026-10-10.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Outside prices (Nexus Mutual cover) give a third, independent view: shown next to p*, never used in a verdict (D146).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Found from the data (discover.py), not by hand: the issuer is the Pendle market's underlying, looked up in registry.json. Each layer gets a yearly probability p and a severity distribution.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priors.py exploit_p_year; registry.json frequency: years 5, floor 0.005, cap 0.15, tiers 10M / 100M USD, category clip [0.5, 2], age factors 2 / 1 / 0.7. Sizing by protocol size matters: by category alone, Morpho Blue got 15 %/yr, because small lending forks are hacked often.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The oracle counts only misconfigured, stale or predictable-oracle exploits: spot manipulation of a thin token does not apply to a PT oracle. The demo oracle (MetaOracleDeviationTimelock) is verified on Etherscan, so no doubling.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registry.json issuers.&lt;address&gt;.depeg and unknown_issuer. Every number carries its basis, shown in the report under Assumptions and their basis.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Horizon conversion: p_h = 1 - (1 - p)^(h/365). Depeg: 1 - 0.88^(30/365) = 1.05 %.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Same 10 % shock, very different losses: an sUSDe depeg seen by a market-tracking oracle liquidates (whole equity lost); with a fundamental oracle only the unrecovered part is lost (80,651 USD). Layers are otherwise independent: a known limit.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VaR 95 % is 0: incidents happen in only ~2 % of months, so the tail is read at 99 %. Attribution: depeg 3,760, Morpho 1,066, oracle 747, Ethena 511, Pendle 353, Ethereum 16 USD of the expected loss.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decide.py verdict. The de-lever suggestion: sell 1.29M USD (33 %) to bring the liquidation distance to the stress drop; expected loss falls to 4,308 USD.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vault_incident.breakeven (D142–D143). p* ≥ 1: stay even if the incident is certain. Belem vault, mGLOeuro −30 %: leaving forgoes 2,229 EURCV of yield over 30 days, more than leaving first saves (383), so stay. f(x) vault, fxSAVE −30 %: p* 7.9 % over 30 days. A book acts first on the vault with the lowest p* (D144).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nexus.implied (D146). Example: f(x) cover implies 1.2–13.7 %/yr for an exploit at the shock's severity. Protocol cover pays on an exploit, not on an issuer's NAV markdown or a borrower's default: the line says so.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docs/analysis/GAP.md discusses a shorter window (2 years) with a limited weight, and other signals (audits, reputation). docs/analysis/EXTERNAL_SOURCE.md §7 proposes a weighted blend of the internal priors with Credora, Nexus and Pharos.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D3824-EED2-42F7-8C71-A97ED2DDF7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DD91CD-A5AA-4678-8B61-D736DADE58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5CE15-1069-4AA2-984A-B46E2717B3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2C1CC-E747-48A0-B813-323A61F921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1D8B10-B7C5-452C-8ED1-D678BD4D7E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9852A-AEFF-427C-9310-E480DEBCD9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FCC3BF-83B2-4803-B125-6BD2ADB60A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BECFD-FBB0-44E1-9025-861F9CAC68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38315F-E704-4D63-88AE-B93B253ECC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7CD34-C1A8-4B84-A671-2B6C57AA37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78E0B-2013-4DEE-A7B0-9D3F91DB30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56CF05-54C7-4209-961B-CD27852C29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6512C85-8B1E-4714-9410-760AE5E143C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How riskdep computes probabilities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Priors per layer, Monte Carlo, breakeven p*, outside views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Two questions, two probabilities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Left1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How likely is an incident?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A prior per layer, per year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From the hack record and the registry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Drives the Monte Carlo of analyze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1" name="Right1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How likely must it be to leave?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Breakeven p* of an incident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Cost of leaving vs loss saved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No prior needed: the reader judges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 position depends on layers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Settlement chain: Ethereum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Yield source (issuer): sUSDe, by Ethena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Pendle market: the PT/SY pool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Lending market: Morpho Blue, LLTV 91.5 %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Oracle: decides when liquidation happens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Exploit prior: from DefiLlama's hacks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" name="Text3"/>
          <p:cNvSpPr txBox="1"/>
          <p:nvPr/>
        </p:nvSpPr>
        <p:spPr>
          <a:xfrm>
            <a:off x="504000" y="1296000"/>
            <a:ext cx="9072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p = clip( r_tier × m_category × f_age ,  0.5 %,  15 % )</a:t>
            </a:r>
            <a:endParaRPr b="0" lang="en-US" sz="2600" spc="-1" strike="noStrike">
              <a:latin typeface="Arial"/>
            </a:endParaRPr>
          </a:p>
          <a:p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r_tier: hacks per protocol per year, same size band, last 5 years</a:t>
            </a:r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m_category: the category's hack rate ÷ all categories, kept in 0.5–2</a:t>
            </a:r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f_age: 2 if listed &lt; 1 year, 1 if 1–3 years, 0.7 beyond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terms, for the demo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57" name="Table4"/>
          <p:cNvGraphicFramePr/>
          <p:nvPr/>
        </p:nvGraphicFramePr>
        <p:xfrm>
          <a:off x="504000" y="1296000"/>
          <a:ext cx="9071640" cy="335736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Term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Value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r_tier (&gt; 100M USD)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2.66 %/yr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34 hacks / 256 protocols / 5 years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m: Lending (Morpho)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1.89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lending is hacked more than average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m: Basis Trading (Ethena)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0.50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kept at the floor of the clip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m: Yield (Pendle)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0.65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below average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misprice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2.68 %/yr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24 oracle exploits / 179 protocols / 5 y; ×2 if unverified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Market events: from the registry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depeg is not an exploit: not in the hack record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registry.json sets p, severity and recovery, with a basis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sUSDe: 12 %/yr, average depeg 8 %, 75 % recovered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Basis: USDe near 0.65 on one CEX on 2025-10-10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Unknown issuer: 15 %/yr default, 60 % recovered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Severity: a Beta(a, b) draw, mean a / (a + b)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demo's priors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1" name="Table6"/>
          <p:cNvGraphicFramePr/>
          <p:nvPr/>
        </p:nvGraphicFramePr>
        <p:xfrm>
          <a:off x="504000" y="1296000"/>
          <a:ext cx="9071640" cy="3193920"/>
        </p:xfrm>
        <a:graphic>
          <a:graphicData uri="http://schemas.openxmlformats.org/drawingml/2006/table">
            <a:tbl>
              <a:tblPr/>
              <a:tblGrid>
                <a:gridCol w="2268000"/>
                <a:gridCol w="2268000"/>
                <a:gridCol w="2268000"/>
                <a:gridCol w="2268000"/>
              </a:tblGrid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Event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Per year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Severity mean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Over 30 days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sUSDe depeg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12.0 %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8.2 % (75 % back)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1.05 %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Morpho Blue exploit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5.03 %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9.1 %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0.42 %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misprice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2.68 %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10.0 %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0.22 %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Ethena exploit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1.33 %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28.6 %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0.11 %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Pendle market / SY exploit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1.21 %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13.8 %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0.10 %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Ethereum incident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1.00 %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0.5 %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0.08 %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From probabilities to losses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20,000 simulated months (simulate.py)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Each layer fails with its 30-day probability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failure draws its severity from its Beta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propagate.py turns shocks into the position's loss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True value vs oracle value: only the oracle liquidates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Only dependency: an issuer exploit brings a depeg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the simulation gives (demo)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5" name="Table8"/>
          <p:cNvGraphicFramePr/>
          <p:nvPr/>
        </p:nvGraphicFramePr>
        <p:xfrm>
          <a:off x="504000" y="1296000"/>
          <a:ext cx="9071640" cy="310140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Measure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Value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Meaning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P(any loss)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1.91 %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months where something happened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P(liquidation)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1.07 %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months ending in a liquidation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Expected loss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6,265 USD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average month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VaR 99 %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386,890 USD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exceeded in 1 % of months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CVaR 99 %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510,184 USD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worst 1 %: 98 % of the equity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verdict uses them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EXIT if expected loss &gt; carry + exit cost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REDUCE if carry &lt; expected loss, or CVaR 99 % &gt; half the equity, or the liquidation distance &lt; the stress drop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STAY otherwise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Demo: REDUCE (6,265 &gt; 5,697; CVaR 98 %; 5.2 % &lt; 12.2 %)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Exit not worth it: 78,946 USD to leave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Breakeven p*: no prior needed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9" name="Text10"/>
          <p:cNvSpPr txBox="1"/>
          <p:nvPr/>
        </p:nvSpPr>
        <p:spPr>
          <a:xfrm>
            <a:off x="504000" y="1296000"/>
            <a:ext cx="9072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p* = cost of leaving now ÷ loss saved by leaving first</a:t>
            </a:r>
            <a:endParaRPr b="0" lang="en-US" sz="2600" spc="-1" strike="noStrike">
              <a:latin typeface="Arial"/>
            </a:endParaRPr>
          </a:p>
          <a:p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Cost: the yield given up on what can leave, over the horizon</a:t>
            </a:r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Saving: loss if staying − loss if leaving first</a:t>
            </a:r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Per year: 1 − (1 − p*)^(365 / horizon)</a:t>
            </a:r>
            <a:endParaRPr b="0" lang="en-US" sz="2600" spc="-1" strike="noStrike">
              <a:latin typeface="Arial"/>
            </a:endParaRPr>
          </a:p>
          <a:p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Leave only if you believe the incident is more likely than p*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Outside view: Nexus cover prices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1" name="Left11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1f4e79"/>
                </a:solidFill>
                <a:latin typeface="Arial"/>
              </a:rPr>
              <a:t>How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Implied p = price ÷ (loading × severity)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Loading 2–5: capital cost and margin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Gives a range, per year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2" name="Right11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1f4e79"/>
                </a:solidFill>
                <a:latin typeface="Arial"/>
              </a:rPr>
              <a:t>How it is used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Shown next to p*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Never in a verdict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Says what the cover pays on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Limits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Base rates, not an audit of each protocol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Layers independent, except issuer exploit → depeg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Market-event priors are judgements, with a basis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5-year hack window: DeFi changes fast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Carry assumes today's rates over the horizon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2026-10-11T04:19:04Z</dcterms:created>
  <dc:creator/>
  <dc:description/>
  <dc:language>en-US</dc:language>
  <cp:lastModifiedBy/>
  <dcterms:modified xsi:type="dcterms:W3CDTF">2026-10-11T04:19:06Z</dcterms:modified>
  <cp:revision>1</cp:revision>
  <dc:subject/>
  <dc:title/>
</cp:coreProperties>
</file>