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D5E95DE-F498-4FD1-A0B9-3F9A138A8DAD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Sources: scripts/fork/DEMO-EXPLAINED.md, docs/analysis/FORK-PRESENTATION.md, plan/2026-10-11-fork-demo.plan.md; run measured 2026-10-11 (112 s).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A recorded mainnet range shows what happened; a fork shows what the tool does in a crisis. anvil --auto-impersonate lets the script send transactions from any address.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mGLOeuro: Midas token for a Fasanara private-credit fund, ~100,000 EUR per token. The feed admin is 0xa301…600c, the only holder of feedAdminRole. Borrower 0xa122…E7c6 posted 52.58 mGLOeuro.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Liquidatable: 100,000 x 0.70 / 0.77. Bad debt: debt x LIF / collateral, LIF = 1 / (0.3 x 0.77 + 0.7) = 1.074, i.e. a 7.4 % liquidation bonus.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riskdep analyze --vault ... --shock token=mGLOeuro:0.10 / 0.30, offline from fixtures/replay/incident-0xd6d4…. Why STAY at -30 %: the depositor holds 99.5 % of the vault, and only ~8 % can be withdrawn at 91 % utilisation, so the loss falls on it whatever it does.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Alerts FeedBand (warn), AdminSurface timelock (info), ExitGate (info). Found from the vault address alone: vault -&gt; market -&gt; oracle -&gt; feed -&gt; proxy admin -&gt; timelock.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Act 2: setRoundData(9e12) from the feed-admin EOA. Act 6: schedule on MidasTimelockController by its proposer Safe, evm_increaseTime 48 h, execute, setRoundData(7e12). MGloEuroFeedV2 is a demo implementation, not Midas code. Act 7: liquidate the remaining collateral.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Totals for the short run: 5 critical, 13 warn. The key alert is the scheduled upgrade: without watching the timelock queue, the first sign would be the upgrade itself, 48 h too late.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Gap 0.5 %: the interest the debt accrued during the 48 h time jump. The prediction ran before anything happened, on a recording of the vault.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Judging weights: discovery 30 %, impact 30 %, decision 25 %, demo on real data 15 %. Alternative crises scripted: alt-redstone.sh, alt-pst-mint.sh, alt-fxsave-expiry.sh.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Needs Foundry (anvil, cast, forge) and uv; no API key. Explanation of every output line: scripts/fork/DEMO-EXPLAINED.md.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F71BEB-E090-4B1E-BEFD-4BD43399E8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7998BE-E29F-4AB9-AEF5-68E02F2B64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C1ACDD-53F0-47AA-8952-F312D348E9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28F592-B7F0-4F64-9DC1-2F1F0DB66B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8C86A8-C058-41EE-B975-CB304380CE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C69272-9856-4F3F-87AA-0B270D0A27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6258C3-1F94-4A04-A4E7-E638D05875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3EF90C-D17D-495D-8548-0D5E93682C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484877-1D6C-45A2-9F7F-84BB08AE58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361FCF-2EA8-4193-8211-5820B65052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CFEE20-EA77-4E46-902E-84F4F7AA954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1D01B8-6859-4AEF-9925-E0B7937788A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3B29F5C-59DE-4A4B-BEC5-165AFD3896C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riskdep: a crisis on a mainnet fork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Belem RWA EURCV vault · 2-minute demo · scripts/fork/demo.sh --short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Why a mainnet fork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A local copy of Ethereum at block 26,165,572 (anvil)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Real vault, real positions, real oracles and roles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The crisis is caused by roles the protocols grant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Issuer's feed admin, Midas timelock, a liquidator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No exploit; nothing reaches the real network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riskdep watches the vault live, block by block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The vault: three fragilities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Belem RWA EURCV: 4.71M EURCV, curated by RockawayX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86 % lent in one market, against mGLOeuro (LLTV 77 %)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One EOA writes the mGLOeuro price (NAV)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Fixed band 90,000 - 110,000 EUR; below needs new code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New code passes a 48 h timelock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One borrower holds all 3.68M EURCV of debt, LTV 0.70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What each mGLOeuro price means</a:t>
            </a:r>
            <a:endParaRPr b="0" lang="en-US" sz="4400" spc="-1" strike="noStrike">
              <a:latin typeface="Arial"/>
            </a:endParaRPr>
          </a:p>
        </p:txBody>
      </p:sp>
      <p:graphicFrame>
        <p:nvGraphicFramePr>
          <p:cNvPr id="54" name="Table3"/>
          <p:cNvGraphicFramePr/>
          <p:nvPr/>
        </p:nvGraphicFramePr>
        <p:xfrm>
          <a:off x="504000" y="1296000"/>
          <a:ext cx="9071640" cy="3272040"/>
        </p:xfrm>
        <a:graphic>
          <a:graphicData uri="http://schemas.openxmlformats.org/drawingml/2006/table">
            <a:tbl>
              <a:tblPr/>
              <a:tblGrid>
                <a:gridCol w="3024000"/>
                <a:gridCol w="3024000"/>
                <a:gridCol w="3024000"/>
              </a:tblGrid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mGLOeuro price (EUR)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Change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What happens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100,000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today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Borrower LTV 0.70: safe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90,857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-9.1 %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Borrower becomes liquidatable (LTV 77 %)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90,000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-10 %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Lowest price the feed accepts today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75,142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-24.9 %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Below this, liquidation leaves bad debt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34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70,000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-30 %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251,761 EURCV of bad debt for the vault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Prediction, before the crisis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6" name="Left4"/>
          <p:cNvSpPr txBox="1"/>
          <p:nvPr/>
        </p:nvSpPr>
        <p:spPr>
          <a:xfrm>
            <a:off x="504000" y="1296000"/>
            <a:ext cx="4356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600" spc="-1" strike="noStrike">
                <a:solidFill>
                  <a:srgbClr val="1f4e79"/>
                </a:solidFill>
                <a:latin typeface="Arial"/>
              </a:rPr>
              <a:t>Markdown -10 %</a:t>
            </a:r>
            <a:endParaRPr b="0" lang="en-US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222222"/>
                </a:solidFill>
                <a:latin typeface="Arial"/>
              </a:rPr>
              <a:t>Vault loss: 0 EURCV</a:t>
            </a:r>
            <a:endParaRPr b="0" lang="en-US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222222"/>
                </a:solidFill>
                <a:latin typeface="Arial"/>
              </a:rPr>
              <a:t>Borrower liquidatable</a:t>
            </a:r>
            <a:endParaRPr b="0" lang="en-US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222222"/>
                </a:solidFill>
                <a:latin typeface="Arial"/>
              </a:rPr>
              <a:t>Collateral still covers the debt</a:t>
            </a:r>
            <a:endParaRPr b="0" lang="en-US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222222"/>
                </a:solidFill>
                <a:latin typeface="Arial"/>
              </a:rPr>
              <a:t>Verdict: STAY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57" name="Right4"/>
          <p:cNvSpPr txBox="1"/>
          <p:nvPr/>
        </p:nvSpPr>
        <p:spPr>
          <a:xfrm>
            <a:off x="5220000" y="1296000"/>
            <a:ext cx="4356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600" spc="-1" strike="noStrike">
                <a:solidFill>
                  <a:srgbClr val="1f4e79"/>
                </a:solidFill>
                <a:latin typeface="Arial"/>
              </a:rPr>
              <a:t>Markdown -30 %</a:t>
            </a:r>
            <a:endParaRPr b="0" lang="en-US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222222"/>
                </a:solidFill>
                <a:latin typeface="Arial"/>
              </a:rPr>
              <a:t>Vault loss: 251,761 EURCV (5.34 %)</a:t>
            </a:r>
            <a:endParaRPr b="0" lang="en-US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222222"/>
                </a:solidFill>
                <a:latin typeface="Arial"/>
              </a:rPr>
              <a:t>Largest depositor: 250,399</a:t>
            </a:r>
            <a:endParaRPr b="0" lang="en-US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222222"/>
                </a:solidFill>
                <a:latin typeface="Arial"/>
              </a:rPr>
              <a:t>Leaving first saves only 382</a:t>
            </a:r>
            <a:endParaRPr b="0" lang="en-US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222222"/>
                </a:solidFill>
                <a:latin typeface="Arial"/>
              </a:rPr>
              <a:t>Verdict: STAY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What riskdep finds at start-up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Feed band: mGLOeuro cannot fall below 90,000 without an upgrade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A larger loss stays invisible to the market until then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Timelock: the upgrade must pass Midas's 48 h timelock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riskdep watches its queue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Exit gates abdicated: the curator can never lock withdrawals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The crisis, act by act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Issuer sets the NAV to 90,000: one transaction, no delay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Real loss is 30 %: Midas schedules a feed upgrade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48 hours later (fork clock moved): upgrade executed, NAV 70,000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A liquidator seizes the rest: bad debt written off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What riskdep says, and when</a:t>
            </a:r>
            <a:endParaRPr b="0" lang="en-US" sz="4400" spc="-1" strike="noStrike">
              <a:latin typeface="Arial"/>
            </a:endParaRPr>
          </a:p>
        </p:txBody>
      </p:sp>
      <p:graphicFrame>
        <p:nvGraphicFramePr>
          <p:cNvPr id="63" name="Table7"/>
          <p:cNvGraphicFramePr/>
          <p:nvPr/>
        </p:nvGraphicFramePr>
        <p:xfrm>
          <a:off x="504000" y="1296000"/>
          <a:ext cx="9071640" cy="3272040"/>
        </p:xfrm>
        <a:graphic>
          <a:graphicData uri="http://schemas.openxmlformats.org/drawingml/2006/table">
            <a:tbl>
              <a:tblPr/>
              <a:tblGrid>
                <a:gridCol w="3024000"/>
                <a:gridCol w="3024000"/>
                <a:gridCol w="3024000"/>
              </a:tblGrid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Moment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Alert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Level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NAV -10 %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Oracle moved -10 %; liquidation curve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warn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Upgrade scheduled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Executable in 48 h: the window to act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warn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Upgrade executed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Feed code changed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critical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NAV 70,000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Unrealised bad debt 252,236 EURCV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critical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34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Liquidation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Bad debt realised 252,914 EURCV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critical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Predicted against observed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5" name="Text8"/>
          <p:cNvSpPr txBox="1"/>
          <p:nvPr/>
        </p:nvSpPr>
        <p:spPr>
          <a:xfrm>
            <a:off x="504000" y="1296000"/>
            <a:ext cx="9072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Predicted before the crisis:   251,761 EURCV</a:t>
            </a:r>
            <a:endParaRPr b="0" lang="en-US" sz="3200" spc="-1" strike="noStrike">
              <a:latin typeface="Arial"/>
            </a:endParaRPr>
          </a:p>
          <a:p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Observed on the fork:           252,914 EURCV</a:t>
            </a:r>
            <a:endParaRPr b="0" lang="en-US" sz="3200" spc="-1" strike="noStrike">
              <a:latin typeface="Arial"/>
            </a:endParaRPr>
          </a:p>
          <a:p>
            <a:endParaRPr b="0" lang="en-US" sz="3200" spc="-1" strike="noStrike">
              <a:latin typeface="Arial"/>
            </a:endParaRPr>
          </a:p>
          <a:p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Gap 0.5 %: interest accrued during the 48 h jump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What the demo proves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7" name="Left9"/>
          <p:cNvSpPr txBox="1"/>
          <p:nvPr/>
        </p:nvSpPr>
        <p:spPr>
          <a:xfrm>
            <a:off x="504000" y="1296000"/>
            <a:ext cx="4356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Brief's criteria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Discovery: feed, its admin, band, timelock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Impact: 251,761 predicted, confirmed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Decision: 48 h warning; STAY explained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Real data: mainnet state at a real block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8" name="Right9"/>
          <p:cNvSpPr txBox="1"/>
          <p:nvPr/>
        </p:nvSpPr>
        <p:spPr>
          <a:xfrm>
            <a:off x="5220000" y="1296000"/>
            <a:ext cx="4356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Limits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Crisis is played, not observed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Feed upgrade is demo code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Keyless upstreams can throttle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One vault, one scenario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Run it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0" name="Text10"/>
          <p:cNvSpPr txBox="1"/>
          <p:nvPr/>
        </p:nvSpPr>
        <p:spPr>
          <a:xfrm>
            <a:off x="504000" y="1296000"/>
            <a:ext cx="9072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scripts/fork/demo.sh --short      (about 2 minutes)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scripts/fork/demo.sh --record     (asciinema video)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scripts/fork/demo.sh --stop       (stop everything)</a:t>
            </a:r>
            <a:endParaRPr b="0" lang="en-US" sz="2400" spc="-1" strike="noStrike">
              <a:latin typeface="Arial"/>
            </a:endParaRPr>
          </a:p>
          <a:p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Offline, no fork: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riskdep watch --vault 0xD6d4… --replay --record-as fork-belem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2026-10-11T04:14:49Z</dcterms:created>
  <dc:creator/>
  <dc:description/>
  <dc:language>en-US</dc:language>
  <cp:lastModifiedBy/>
  <dcterms:modified xsi:type="dcterms:W3CDTF">2026-10-11T04:14:51Z</dcterms:modified>
  <cp:revision>1</cp:revision>
  <dc:subject/>
  <dc:title/>
</cp:coreProperties>
</file>